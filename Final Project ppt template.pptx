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2" r:id="rId12"/>
    <p:sldId id="343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1" d="100"/>
          <a:sy n="61" d="100"/>
        </p:scale>
        <p:origin x="804" y="10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6956" y="325874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[Yash Sahu]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3352" y="1266132"/>
            <a:ext cx="4998720" cy="1716372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 </a:t>
            </a:r>
            <a:r>
              <a:rPr lang="en-US" sz="3200" dirty="0"/>
              <a:t>AI-Based Network Intrusion Detection System (NIDS)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5001308" y="3931743"/>
            <a:ext cx="5524452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</a:rPr>
              <a:t>[AICTE ID : </a:t>
            </a:r>
            <a:r>
              <a:rPr lang="en-IN" b="0" dirty="0"/>
              <a:t>STU66ae7b62585ef1722710882</a:t>
            </a:r>
            <a:r>
              <a:rPr lang="en-US" b="0" dirty="0">
                <a:solidFill>
                  <a:schemeClr val="tx1"/>
                </a:solidFill>
              </a:rPr>
              <a:t>]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C2EB6A9-4AEB-1890-3430-B4F0EB12F78C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886045" y="2619614"/>
            <a:ext cx="90707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DDoS (Distributed Denial of Service) attacks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Large Language Models (LLMs) to provide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human-readable explanations of technical network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Simulation: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Developing a dashboard to simulate "capturing"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analyzing network packets.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[write detail description about your project ]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EAAC16-D9E1-A196-93BC-6E786EADE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0" y="3849916"/>
            <a:ext cx="87615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Layer: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Friday-WorkingHours-Afternoon-DDos.pcap_ISCX.csv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Layer: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 Scikit-Learn Random Forest model to identify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Layer: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Utilizes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(Llama-3.3-70b) to explain packet anomalies.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 Layer: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web dashboard for real-time simulation.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EB1C2C5-9101-E353-F6CB-0F7C37B1126B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36946" y="1582341"/>
            <a:ext cx="934818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Students &amp; Educators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Since the project is explicitly labeled as a "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," the primary users are students learning to bridge the gap between machine learning theory and practical network security. It serves as a teaching tool to show how algorithms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applied to real-world datasets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CICIDS2017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Junior Security Analysts (L1 Analysts)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"AI Analyst" feature (powered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designed to simplify complex network headers into "short and simple" explanations. This makes it a valuable tool for junior analysts who can identify a threat but may not yet fully understand the significance of specific technical metrics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 IAT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Packet Length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Research &amp; Development Teams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Developers looking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 (PoC)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how to integrate Large Language Models (LLMs) with traditional detection systems would use this to understand the implementation of "Explainable AI" in network monitoring.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660B5D-976C-EB07-022F-B8A23ABE311D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60399" y="1674674"/>
            <a:ext cx="64971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(Random Forest)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API (Llama-3.3-70b-Versatile)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 &amp; 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CIC-IDS2017 (DDoS Subset)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927CC-8115-A7CA-0207-5F536F4E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9331"/>
            <a:ext cx="7895403" cy="44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>
                <a:solidFill>
                  <a:schemeClr val="tx1"/>
                </a:solidFill>
              </a:rPr>
              <a:t>Certificate - Protection from browser attacks</a:t>
            </a:r>
            <a:r>
              <a:rPr lang="en-GB" b="1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87D824-50BA-79E2-D3C2-54766C399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342" y="1432495"/>
            <a:ext cx="6540836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F9B09-7F32-A6EC-FE04-B5CF43DE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531" y="1278819"/>
            <a:ext cx="7245722" cy="5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Securing Android Devices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E3924-3692-4E08-F713-78CC8ABFE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819" y="1432495"/>
            <a:ext cx="7245722" cy="492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E3811-59AE-C585-C662-DCCF1CC92CD5}"/>
              </a:ext>
            </a:extLst>
          </p:cNvPr>
          <p:cNvSpPr txBox="1"/>
          <p:nvPr/>
        </p:nvSpPr>
        <p:spPr>
          <a:xfrm>
            <a:off x="2293883" y="3059668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https://github.com/yashsahu2001/DDoS-Project.git</a:t>
            </a: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649</TotalTime>
  <Words>392</Words>
  <Application>Microsoft Office PowerPoint</Application>
  <PresentationFormat>Widescreen</PresentationFormat>
  <Paragraphs>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 AI-Based Network Intrusion Detection System (NIDS)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Yash Sahu</cp:lastModifiedBy>
  <cp:revision>80</cp:revision>
  <dcterms:created xsi:type="dcterms:W3CDTF">2021-07-11T13:13:15Z</dcterms:created>
  <dcterms:modified xsi:type="dcterms:W3CDTF">2026-01-08T18:29:55Z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